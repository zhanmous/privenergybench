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20分钟研究汇报</a:t>
            </a:r>
          </a:p>
          <a:p>
            <a:r>
              <a:rPr sz="1600">
                <a:solidFill>
                  <a:srgbClr val="FFFFFF"/>
                </a:solidFill>
              </a:rPr>
              <a:t>教育背景 | 学术/项目经历 | 类脑计算基础与展望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</a:rPr>
              <a:t>汇报人：詹绍基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</a:rPr>
              <a:t>日期：2026年3月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</a:rPr>
              <a:t>目标：清晰展示已有基础、项目证据与后续研究构想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目录与时间分配</a:t>
            </a:r>
          </a:p>
          <a:p>
            <a:r>
              <a:rPr sz="1600">
                <a:solidFill>
                  <a:srgbClr val="5F6875"/>
                </a:solidFill>
              </a:rPr>
              <a:t>总时长 20:00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Part A 教育背景（4分钟）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Part B 学术/项目经历（10分钟）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Part C 类脑计算基础与展望（6分钟）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Part A | 教育背景</a:t>
            </a:r>
          </a:p>
          <a:p>
            <a:r>
              <a:rPr sz="1600">
                <a:solidFill>
                  <a:srgbClr val="5F6875"/>
                </a:solidFill>
              </a:rPr>
              <a:t>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苏州大学 医学影像学（辅修计算机） 2019.09–2024.06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北京师范大学 法学（第二学士学位） 2024.09–2026.07（预计）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CET-6：595；考研初试：329（英一/数一/843）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跨学科训练形成的能力结构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医学训练：问题导向、数据质量意识、结果解释严谨性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计算训练：可执行建模、代码实现与实验复现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法学训练：规范意识、风险意识、结构化表达能力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结论：适合可信AI与类脑智能交叉研究场景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转向类脑计算的动机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从“医疗场景中的AI应用”走向“类脑机制与可信评测”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关注点从单一精度扩展到：效用 + 隐私 + 能效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接下来用四个项目说明我已经完成的工作与结果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Part B | 学术/项目经历总览</a:t>
            </a:r>
          </a:p>
          <a:p>
            <a:r>
              <a:rPr sz="1600">
                <a:solidFill>
                  <a:srgbClr val="5F6875"/>
                </a:solidFill>
              </a:rPr>
              <a:t>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EmbodiedSNNPrototype：具身闭环SNN原型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Neuro-Symbiosis：SNN-Transformer脑机解码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MedSparseSNN：医疗影像稀疏SNN对比研究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PrivEnergyBench：隐私-能效-效用三目标评测工具箱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项目1：EmbodiedSNNPrototype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研究问题：连接结构与可塑性是否决定闭环行为质量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方法：environment→encoding→LIF→motor→environment；多连接模式+参数扫描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核心结果：最优 structured_plastic objective_mean=2.0327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行为指标：food_eaten_mean=3.24；near_food_ratio_mean=0.5367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结论：结构先验 + 局部可塑性在闭环任务中有效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项目2：Neuro-Symbiosis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目标：BCI任务中联合优化效用、隐私、能效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架构：SNN前端 + Transformer时序解码后端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链路：训练/基线对比/DP-SGD sweep/MIA/能耗评估/多seed统计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研究问题：spike rate 与有效token长度如何共同影响能耗与隐私-性能权衡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当前状态：流程已打通，具备在真实受试者级数据上扩展条件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项目3：MedSparseSNN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任务：DermaMNIST / PathMNIST 上比较 SNN、DenseSNN、ANN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PathMNIST：SNN 82.33±0.31 vs ANN 85.12±0.40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PathMNIST：SNN 理论有效MAC节省 84.18±0.52%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DermaMNIST：SNN 69.93±0.20；理论有效MAC节省 90.74±0.23%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隐私侧：完成MIA多指标评估，形成“需结合数据域解释”的结论框架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项目4：PrivEnergyBench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定位：将评测能力沉淀为可复用基础设施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能力：统一输出 accuracy / MIA / latency / energy，多seed统计与自动报表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默认结果：MLP 最高 val_acc=0.9208；Linear 最低能耗 0.0164 mJ/sample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价值：提升跨项目比较一致性与实验复现效率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学术/项目经历小结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我的工作不仅是“把模型跑起来”，而是形成研究闭环：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0252B"/>
                </a:solidFill>
              </a:rPr>
              <a:t>问题定义 → 方案实现 → 对照评测 → 结果解释 → 可复现实验材料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四个项目共享一条主线：可信、可复现、可扩展的类脑计算实践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Part C | 类脑计算已有基础</a:t>
            </a:r>
          </a:p>
          <a:p>
            <a:r>
              <a:rPr sz="1600">
                <a:solidFill>
                  <a:srgbClr val="5F6875"/>
                </a:solidFill>
              </a:rPr>
              <a:t>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神经元与动力学：LIF建模、时序响应理解与参数调试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训练方法：代理梯度训练，支持SNN与混合架构训练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可塑性机制：STDP与奖励调制可塑性在闭环任务中的实现与评估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系统视角：将机制研究与工程评测放在统一框架中验证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D4E"/>
                </a:solidFill>
              </a:rPr>
              <a:t>类脑计算构思与展望（可执行）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方向1：可塑性规则自动搜索（从手工规则到进化/优化发现）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方向2：SNN混合架构三目标协同优化（效用/隐私/能效）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方向3：具身场景中的安全与鲁棒（分布外行为、推理稳定性）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52B"/>
                </a:solidFill>
              </a:rPr>
              <a:t>计划：先建立可复现实验基线，再做机制假设验证与反例测试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总结与致谢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</a:rPr>
              <a:t>我具备跨学科背景，已进入类脑计算实做阶段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</a:rPr>
              <a:t>已完成多个可复现实验项目并形成量化结果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</a:rPr>
              <a:t>希望在课题组中继续推进可信、可验证、可扩展的类脑研究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</a:rPr>
              <a:t>谢谢老师，期待交流。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875"/>
                </a:solidFill>
              </a:rPr>
              <a:t>詹绍基 | 20min面试汇报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