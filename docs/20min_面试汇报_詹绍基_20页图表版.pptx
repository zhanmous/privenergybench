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005840"/>
            <a:ext cx="91440" cy="4389120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5253F"/>
                </a:solidFill>
                <a:latin typeface="Noto Serif CJK SC"/>
              </a:defRPr>
            </a:pPr>
            <a:r>
              <a:t>从医学影像到类脑智能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6126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222D3E"/>
                </a:solidFill>
                <a:latin typeface="Noto Serif CJK SC"/>
              </a:defRPr>
            </a:pPr>
            <a:r>
              <a:t>面向可信物理AI的研究路径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5059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606C7D"/>
                </a:solidFill>
                <a:latin typeface="Noto Sans CJK SC"/>
              </a:defRPr>
            </a:pPr>
            <a:r>
              <a:t>面试汇报 | 詹绍基 | 20分钟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816352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237486"/>
                </a:solidFill>
                <a:latin typeface="Noto Sans CJK SC"/>
              </a:defRPr>
            </a:pPr>
            <a:r>
              <a:t>关键词：SNN / 世界模型 / 可解释机器人学习 / 隐私-能效-性能协同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3703320"/>
            <a:ext cx="315468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370332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92277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汇报主线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343400"/>
            <a:ext cx="275234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研究动机与问题定义</a:t>
            </a:r>
            <a:br/>
            <a:r>
              <a:t>实证结果与可复现实验</a:t>
            </a:r>
            <a:br/>
            <a:r>
              <a:t>方法论与下一步计划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8848" y="3703320"/>
            <a:ext cx="324612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98848" y="37033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16" y="39227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研究问题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343400"/>
            <a:ext cx="284378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如何在真实约束下，让智能系统同时具备可解释性、隐私安全与能效可用性？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097280"/>
            <a:ext cx="33375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詹绍基证件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761" y="1261872"/>
            <a:ext cx="2565132" cy="37490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73568" y="5138928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Suzhou University | Medical Imaging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852160"/>
            <a:ext cx="3337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5253F"/>
                </a:solidFill>
                <a:latin typeface="Noto Sans CJK SC"/>
              </a:defRPr>
            </a:pPr>
            <a:r>
              <a:t>Research Interview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Problem -&gt; Evidence -&gt; Method -&gt;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325880"/>
            <a:ext cx="31546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32588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54533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01 动机与问题定义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965960"/>
            <a:ext cx="275234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跨医学-法学-计算背景如何形成研究问题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1325880"/>
            <a:ext cx="31546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26280" y="132588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154533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02 实证结果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1965960"/>
            <a:ext cx="275234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4个项目的真实图表与可复现实验链路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325880"/>
            <a:ext cx="31546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132588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154533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03 方法论与计划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1965960"/>
            <a:ext cx="275234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LeCun + Sutton 框架与后续研究路线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154680"/>
            <a:ext cx="10378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34564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本次汇报重点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3822191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不做概念堆砌，直接展示可验证的实验结果与下一步可执行计划。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每个结论都尽量对应图表证据与可复现实验流程。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前半段回答“为什么做”，后半段回答“如何做得更可靠”。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1.1 研究问题如何形成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From background to research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78992"/>
            <a:ext cx="644652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5331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问题形成路径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1755648"/>
            <a:ext cx="5897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临床场景经验让我意识到：精度不是唯一目标，部署约束同样关键。</a:t>
            </a:r>
          </a:p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医学训练提供了对真实任务边界的直觉，计算训练提供了实验实现能力。</a:t>
            </a:r>
          </a:p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法学训练强化了我对隐私、责任边界与技术可治理性的关注。</a:t>
            </a:r>
          </a:p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因此我的问题定义收敛为：在真实约束下构建可解释、节能、可信的智能系统。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1078992"/>
            <a:ext cx="2834640" cy="37490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詹绍基证件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4925" y="1243584"/>
            <a:ext cx="2221029" cy="32461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55279" y="493776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22D3E"/>
                </a:solidFill>
                <a:latin typeface="Noto Sans CJK SC"/>
              </a:defRPr>
            </a:pPr>
            <a:r>
              <a:t>詹绍基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230368"/>
            <a:ext cx="2606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Medical Imaging × CS × Law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1.2 跨学科训练如何转化为研究能力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Coursework -&gt; capability mapping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324612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887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081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医学训练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28800"/>
            <a:ext cx="2843784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任务约束意识：关注真实人体场景、风险边界与可部署条件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1188720"/>
            <a:ext cx="324612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62272" y="11887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4081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计算训练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1828800"/>
            <a:ext cx="2843784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实验执行能力：模型实现、评测脚本、复现实验与可视化分析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188720"/>
            <a:ext cx="324612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10144" y="11887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4081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法学训练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28800"/>
            <a:ext cx="2843784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治理视角：隐私保护、责任边界、规范化评测与可问责性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246120"/>
            <a:ext cx="1033272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3547872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可执行能力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3895344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能独立完成“问题定义 -&gt; 实验设计 -&gt; 结果复现 -&gt; 报告表达”全流程。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能把性能、隐私、能效放在统一评测框架下分析，而非只看单一指标。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能在研究早期同步考虑可解释性与部署边界，减少后期返工成本。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英语能力支持持续阅读英文论文并跟进国际研究进展。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1.3 我的真实动机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共生 · 求真 · 不害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4846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417320"/>
            <a:ext cx="6217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5253F"/>
                </a:solidFill>
                <a:latin typeface="Noto Sans CJK SC"/>
              </a:defRPr>
            </a:pPr>
            <a:r>
              <a:t>我想做的不是单一模型，而是一条有价值底线的技术路线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1810512"/>
            <a:ext cx="7863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237486"/>
                </a:solidFill>
                <a:latin typeface="Noto Sans CJK SC"/>
              </a:defRPr>
            </a:pPr>
            <a:r>
              <a:t>动机来自“共生·求真·不害”：技术应服务连接、理解现实，并守住不伤害人的底线。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2240280"/>
            <a:ext cx="30632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2240280"/>
            <a:ext cx="30632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2459736"/>
            <a:ext cx="26609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医学为什么重要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2880360"/>
            <a:ext cx="266090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医学训练给了我两个东西：第一是仿生直觉，类脑计算本来就从生命系统中取灵感；第二是我天然会从真实人体与临床约束出发，而不是只从模型指标出发。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53712" y="2240280"/>
            <a:ext cx="30632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53712" y="2240280"/>
            <a:ext cx="30632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459736"/>
            <a:ext cx="26609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法学为什么重要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880360"/>
            <a:ext cx="266090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法学不是转行装饰，而是我理解技术边界的方式。做智能系统，隐私保护、责任边界、风险控制都不是附属议题，尤其在医疗和人机系统中更是核心约束。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240280"/>
            <a:ext cx="269748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10144" y="2240280"/>
            <a:ext cx="26974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2459736"/>
            <a:ext cx="22951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为什么是类脑计算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2880360"/>
            <a:ext cx="229514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我更关注可落地的 physical AI。相较于纯黑盒 LLM/VLA 路线，类脑、稀疏、世界模型和结构化控制更贴近节能、可解释、可验证这三件事。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5074920"/>
            <a:ext cx="996696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88720" y="5166359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5184648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9152" y="5166359"/>
            <a:ext cx="852220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我对纯 end-to-end 黑盒 VLA 保持审慎：可扩展机器人学习必须回到任务建模、几何/物理约束、规划控制与可解释评测。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2.1 项目总览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One continuous research chain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EmbodiedSNNPrototype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具身闭环 + 奖励调制可塑性：验证在线适应是否真正提升行为质量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84448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84448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85615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Neuro-Symbiosis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5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SNN-Transformer 混合架构：观察多目标折中与耦合机制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MedSparseSNN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医学影像任务：把性能、隐私攻击面与能耗同时纳入评估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4544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24544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25712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PrivEnergyBench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统一 benchmark：把不同方案放到同一坐标系可比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3063240"/>
            <a:ext cx="681228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rivenergy_pareto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431" y="3172968"/>
            <a:ext cx="3370217" cy="1965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51560" y="5184648"/>
            <a:ext cx="6537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统一的 Pareto 评测视角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3063240"/>
            <a:ext cx="3218688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336499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学术价值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3730752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不是分散项目，而是共享统一问题框架。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从机制验证到应用评测再到基础设施，形成闭环。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每一步都能自然支撑下一步研究扩展。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2.2 EmbodiedSNN: 目标函数与模式对比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Plasticity vs fixed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mb_objective_by_mode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80640"/>
            <a:ext cx="4764024" cy="277901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objective by mode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mb_fixed_vs_plastic_re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80640"/>
            <a:ext cx="4764024" cy="27790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fixed vs plastic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Retuned-v3 报告中，plastic_readout 的 objective_mean 最优为 -0.4199，而 structured 为 -0.4839。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[E1]: EmbodiedSNNPrototype/outputs/plasticity_compare_retuned_v3/benchmark_report.md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2.3 EmbodiedSNN: 行为收益与资源消耗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Reward-cost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6492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mb_food_vs_energy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457705"/>
            <a:ext cx="6272783" cy="36591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413248"/>
            <a:ext cx="6217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food vs energy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26679" y="1097280"/>
            <a:ext cx="35204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mb_food_heatmap_re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07" y="2324481"/>
            <a:ext cx="3300984" cy="192557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63840" y="5413248"/>
            <a:ext cx="3246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food heatmap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实验中出现清晰的收益-能耗权衡区间，这为后续规划与世界模型提供了可量化目标。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2.4 EmbodiedSNN: 脉冲活动可视化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Interpretability entry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170432"/>
            <a:ext cx="8321040" cy="4736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440179"/>
            <a:ext cx="8101583" cy="40507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696712"/>
            <a:ext cx="804671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raster activity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1170432"/>
            <a:ext cx="1709928" cy="4736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65792" y="151790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1920240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不只看最终回报。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活动模式可与行为联动分析。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适合作为可解释与因果分析入口。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脉冲层面的可视化，让我可以继续把“结果好”推进到“机制清楚”。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2.5 Neuro-Symbiosis: Pareto 前沿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Hybrid architecture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8321040" cy="4937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euro_baseline_pareto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062" y="1207007"/>
            <a:ext cx="7837714" cy="457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824728"/>
            <a:ext cx="804671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Pareto baselines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1097280"/>
            <a:ext cx="1709928" cy="4937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65792" y="146304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观察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1847088"/>
            <a:ext cx="1188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单一模型并不总占优。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混合架构给出更合理折中。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可信AI应从多目标理解。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quick baseline_summary.csv 中，hybrid: val_acc=0.9612, mia_auc=0.4650, 呈现更均衡折中。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[N1]: Neuro-Symbiosis/outputs/quick/benchmark/baseline_summary.csv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2.6 Neuro-Symbiosis: 耦合机制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Coupling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euro_coupling_energy_landscape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80640"/>
            <a:ext cx="4764024" cy="277901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3D coupling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euro_coupling_threshold_energy_lines_re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80640"/>
            <a:ext cx="4764024" cy="27790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2D marginals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耦合强度会系统性改变性能与能耗，说明这类混合架构需要自动搜索而不是手工调参。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2.7 MedSparseSNN: 模型性能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Medical imaging benchmarks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d_performance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80640"/>
            <a:ext cx="4764024" cy="277901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model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d_cross_tradeoff_re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80640"/>
            <a:ext cx="4764024" cy="27790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cross-dataset tradeoff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DermaMNIST final_compare 中，SNN test_acc=69.93±0.20，ANN=75.06±0.20；SNN latency=0.12ms/sample。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[M1]: MedSparseSNN/outputs/csv/training_summary_dermamnist_final_compare.csv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2.8 MedSparseSNN: 隐私攻击面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Privacy risk under sparsity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188720"/>
            <a:ext cx="4983480" cy="4645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d_mia_auc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48636"/>
            <a:ext cx="4764024" cy="277901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623559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sparsity vs MIA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88720"/>
            <a:ext cx="4983480" cy="4645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d_mia_auc_accuracy_re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48636"/>
            <a:ext cx="4764024" cy="27790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623559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spiking-transformer vs MIA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DermaMNIST MIA 结果中，SNN auc=0.4954±0.0005，ANN auc=0.4857±0.0016（需继续扩大样本验证显著性）。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[M2]: MedSparseSNN/outputs/csv/mia_results_dermamnist_final_compare.csv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2.9 MedSparseSNN: 能效代价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Power and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188720"/>
            <a:ext cx="7498079" cy="4645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d_power_latency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315212"/>
            <a:ext cx="7278623" cy="42458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623559"/>
            <a:ext cx="722375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power vs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1417320"/>
            <a:ext cx="214884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78240" y="1417320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8" y="1636776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备注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2057400"/>
            <a:ext cx="174650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这页单独展示 power-latency 图，避免三图并排导致坐标轴和图例不可读。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能效是硬约束，不是附带收益；图表必须保证可读后才有解释价值。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[M3]: MedSparseSNN/outputs/csv/training_summary_dermamnist_final_compare.csv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2.10 PrivEnergyBench: 统一评测视图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Benchmark as research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8275320" cy="4919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rivenergy_pareto_re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878" y="1207007"/>
            <a:ext cx="7806363" cy="45537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806440"/>
            <a:ext cx="8001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default Pareto frontier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1097280"/>
            <a:ext cx="1755648" cy="4919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813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意义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1920240"/>
            <a:ext cx="1234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统一坐标比较。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筛选可部署解。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支撑复现与搜索。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PrivEnergyBench 默认报告显示：mlp val_acc=0.9208，linear energy=0.0164mJ/sample。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[P1]: PrivEnergyBench/outputs/default/benchmark_report.md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2.11 项目小结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What I can already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234440"/>
            <a:ext cx="1033272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54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5253F"/>
                </a:solidFill>
                <a:latin typeface="Noto Sans CJK SC"/>
              </a:defRPr>
            </a:pPr>
            <a:r>
              <a:t>到目前为止，我已经形成了一条比较完整的研究执行链路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19456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任务定义：从真实场景约束出发，而不是只追逐流行模型。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实验执行：能独立完成脚本、训练、统计、可视化与报告。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结果解释：不只展示最优点，更强调 trade-off 和可复现性。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下一步扩展：把世界模型、在线学习和多目标搜索接进现有链路。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2832" y="1993392"/>
            <a:ext cx="1874519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42832" y="1993392"/>
            <a:ext cx="1874519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212848"/>
            <a:ext cx="14721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能力标签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33472"/>
            <a:ext cx="147218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问题定义</a:t>
            </a:r>
            <a:br/>
            <a:r>
              <a:t>实验复现</a:t>
            </a:r>
            <a:br/>
            <a:r>
              <a:t>多目标评估</a:t>
            </a:r>
            <a:br/>
            <a:r>
              <a:t>研究延展性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3.1 我的研究方法论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LeCun + Sutton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234440"/>
            <a:ext cx="32461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23444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5389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LeCun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74519"/>
            <a:ext cx="28437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世界模型、自监督表征、长时规划。核心是学会抽象预测，而不是逐像素重建。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1234440"/>
            <a:ext cx="32461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62272" y="123444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45389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Sutton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1874519"/>
            <a:ext cx="28437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通用方法、搜索与学习、拥抱算力扩展。核心是不要过度注入人类手工知识。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234440"/>
            <a:ext cx="32461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10144" y="123444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45389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我的理解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74519"/>
            <a:ext cx="28437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架构上保持通用性，训练上追求可扩展，评测上坚持真实约束。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749039"/>
            <a:ext cx="10332720" cy="1783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406908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一句话概括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4407408"/>
            <a:ext cx="9509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222D3E"/>
                </a:solidFill>
                <a:latin typeface="Noto Sans CJK SC"/>
              </a:defRPr>
            </a:pPr>
            <a:r>
              <a:t>我认同 LeCun 对世界模型和表征学习的强调，也认同 Sutton 对可扩展通用方法的坚持；我的路线是把二者放进可验证、可部署的实验框架里。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3.2 与金耀初方向的文献对接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Topic-to-paper mapping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8872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0817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类脑脉冲网络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2880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SpiLiFormer: Enhancing spiking transformers with lateral inhibition, ICCV 2025。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18872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118872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40817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具身智能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182880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Morphology evolution for embodied robot design with a classifier-guided diffusion model, IEEE TEVC 2025 (accepted)。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274320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274320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296265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联邦与隐私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38328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Federated many-task Bayesian optimization, IEEE TEVC 2024；DP-FSAEA: Differential privacy for federated surrogate-assisted EAs, IEEE TEVC 2024。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74320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63640" y="274320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7" y="296265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可信与可扩展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7" y="338328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Knowledge-empowered, collaborative, and co-evolving AI models: The post-LLM roadmap, Engineering 2024。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498848"/>
            <a:ext cx="102412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91456"/>
            <a:ext cx="1188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对接结论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4791456"/>
            <a:ext cx="7863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22D3E"/>
                </a:solidFill>
                <a:latin typeface="Noto Sans CJK SC"/>
              </a:defRPr>
            </a:pPr>
            <a:r>
              <a:t>我的项目线（SNN/隐私-能效-性能评测/多目标优化）可以和实验室近期文献形成可执行的课题衔接。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217920"/>
            <a:ext cx="9875520" cy="137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606C7D"/>
                </a:solidFill>
                <a:latin typeface="Noto Sans CJK SC"/>
              </a:defRPr>
            </a:pPr>
            <a:r>
              <a:t>Source [J1-J5]: en.westlake.edu.cn/about/faculty/engineering/jin-pub_year.html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3.3 拟开展工作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World model for embodied SNN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10332720" cy="4754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17904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15253F"/>
                </a:solidFill>
                <a:latin typeface="Noto Sans CJK SC"/>
              </a:defRPr>
            </a:pPr>
            <a:r>
              <a:t>方向一：把 JEPA 式抽象预测引入具身 SNN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048256"/>
            <a:ext cx="6217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目标：提升长时决策稳定性与跨场景泛化。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实验设计：无世界模型 / 像素预测 / 表征预测 三路线对比。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评测指标：任务回报、能耗、OOD 鲁棒性、迁移表现。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预期贡献：让具身 SNN 从“会动”走向“会规划”。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1847088"/>
            <a:ext cx="21488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79" y="1847088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066543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为什么值得做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487168"/>
            <a:ext cx="174650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这条线能把我现有的具身实验和 LeCun 的世界模型方法真正接起来。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621024"/>
            <a:ext cx="214884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83879" y="3621024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3840480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风险控制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4261104"/>
            <a:ext cx="1746504" cy="256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先在小环境验证，再逐步扩大状态复杂度。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3.4 拟开展工作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Trustworthy neuromorphic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10332720" cy="4754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17904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15253F"/>
                </a:solidFill>
                <a:latin typeface="Noto Sans CJK SC"/>
              </a:defRPr>
            </a:pPr>
            <a:r>
              <a:t>方向二：可信与隐私约束下的类脑系统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048256"/>
            <a:ext cx="6309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在联邦或分布式设置中评估 SNN-Transformer 混合架构。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把 MIA、DP 预算、能耗成本一起纳入统一目标。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使用多目标优化或进化搜索自动发现更优配置。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产出不仅是论文结果，也包括可复用 benchmark 与部署建议。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1865376"/>
            <a:ext cx="2176272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1865376"/>
            <a:ext cx="2176272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084832"/>
            <a:ext cx="177393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为什么适合实验室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2505456"/>
            <a:ext cx="177393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它同时贴合 trustworthy AI、SNN 和多目标优化三条主线。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6448" y="3602736"/>
            <a:ext cx="217627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56448" y="3602736"/>
            <a:ext cx="2176272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6" y="3822191"/>
            <a:ext cx="177393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我的优势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4242816"/>
            <a:ext cx="1773936" cy="274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我已经把三目标评测与图表链路搭起来了。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3.5 参考文献（节选）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Key references used in this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43000"/>
            <a:ext cx="1033272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554480"/>
            <a:ext cx="9784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[E1] EmbodiedSNNPrototype benchmark report (retuned_v3), objective/food/energy statistics.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[N1] Neuro-Symbiosis baseline summary (quick benchmark).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[M1-M3] MedSparseSNN final compare + MIA CSV + power-latency figure.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[P1] PrivEnergyBench default benchmark report (multi-seed aggregate).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[J1-J5] Yaochu Jin publication list (2024-2025, Westlake).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[L1] LeCun, A Path Towards Autonomous Machine Intelligence, 2022.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[S1] Sutton, The Bitter Lesson, 2019.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[V1] RT-2 (Brohan et al., 2023), [V2] RT-X (Open X-Embodiment, 2023), [V3] OpenVLA (Kim et al., 2024).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3.6 结束页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Why 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43000"/>
            <a:ext cx="1033272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3619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5253F"/>
                </a:solidFill>
                <a:latin typeface="Noto Sans CJK SC"/>
              </a:defRPr>
            </a:pPr>
            <a:r>
              <a:t>为什么我适合进入这个方向继续做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139696"/>
            <a:ext cx="6675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能独立完成从实验搭建、结果统计到图表复现的研究闭环。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研究重点稳定在可解释、可信、可部署的类脑与隐私优化方向。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已有项目与实验室文献方向存在明确技术接缝，可直接进入执行阶段。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后续将以可复现协议和可验证指标作为工作标准。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2084831"/>
            <a:ext cx="2377440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084831"/>
            <a:ext cx="23774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304287"/>
            <a:ext cx="19751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最后一句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2724911"/>
            <a:ext cx="19751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我带来的不是一串零散项目，而是一条已经开始成形的研究路线。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21808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237486"/>
                </a:solidFill>
                <a:latin typeface="Noto Sans CJK SC"/>
              </a:defRPr>
            </a:pPr>
            <a:r>
              <a:t>感谢各位老师，欢迎批评指正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