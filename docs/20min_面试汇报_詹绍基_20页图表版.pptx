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面向大规模类脑脉冲神经网络的可信AI研究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5331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科研助理岗位应聘汇报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01952"/>
            <a:ext cx="4206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面试汇报 | 詹绍基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57984"/>
            <a:ext cx="7498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长期目标：深耕类脑SNN方向，攻读本方向博士学位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68880"/>
            <a:ext cx="105613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670048"/>
            <a:ext cx="32461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670048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889504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医学×计算机×法学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310128"/>
            <a:ext cx="2843784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跨学科背景</a:t>
            </a:r>
            <a:br/>
            <a:r>
              <a:t>问题定义更贴近真实约束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670048"/>
            <a:ext cx="32461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670048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889504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SNN / 可信AI全闭环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310128"/>
            <a:ext cx="2843784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从机制验证到评测基准</a:t>
            </a:r>
            <a:br/>
            <a:r>
              <a:t>完整研究执行链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70048"/>
            <a:ext cx="32461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670048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889504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与实验室高度适配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310128"/>
            <a:ext cx="2843784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方向同频</a:t>
            </a:r>
            <a:br/>
            <a:r>
              <a:t>可快速启动课题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00600"/>
            <a:ext cx="105613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74336"/>
            <a:ext cx="9966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20分钟汇报 | 电话：18550954831 | 邮箱：z1309457869@163.com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我将读博目标转化为科研助理阶段的高标准执行力：先为团队创造价值，再在同方向深耕成长。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2. 个人核心定位与跨学科优势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跨学科能力定位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1444752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苏州大学 医学影像学（辅修计算机） 2019.09-2024.06   |   北京师范大学 法学（二学位） 2024.09-2026.07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103120"/>
            <a:ext cx="9966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术语说明：脉冲神经网络（Spiking Neural Network, SNN）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1460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251460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73405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计算机算法能力（核心）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154680"/>
            <a:ext cx="284378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精通Python，熟练掌握SpikingJelly（主力）/SNNtorch/PyTorch</a:t>
            </a:r>
            <a:br/>
            <a:r>
              <a:t>可独立完成大规模SNN算法设计、多GPU训练与调优</a:t>
            </a:r>
            <a:br/>
            <a:r>
              <a:t>回答“研究能不能做成”并快速承接科研助理任务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251460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62272" y="251460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医学临床思维（辅助）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154680"/>
            <a:ext cx="284378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锚定真实场景硬约束</a:t>
            </a:r>
            <a:br/>
            <a:r>
              <a:t>提升对照实验严谨性</a:t>
            </a:r>
            <a:br/>
            <a:r>
              <a:t>回答“研究该不该做”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251460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0144" y="251460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273405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法学合规视角（辅助）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154680"/>
            <a:ext cx="284378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把隐私与问责前置设计</a:t>
            </a:r>
            <a:br/>
            <a:r>
              <a:t>强化科研诚信与合规意识</a:t>
            </a:r>
            <a:br/>
            <a:r>
              <a:t>回答“研究能不能用”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9834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CET-6 初考595分，可无障碍阅读顶刊顶会文献并参与英文写作，支撑团队论文产出与博士阶段学术输出。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以计算机与SNN硬实力为主轴，医学与法学为辅助优势，能直接匹配课题组大规模SNN任务需求。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3. 核心研究主线与项目闭环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研究主线：机制-架构-落地-评测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1408176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领域痛点：当前SNN研究多聚焦小体量模型，缺乏面向大规模SNN的训练优化、能效-性能协同与可解释分析框架，同时忽略隐私与真实落地约束。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46888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2468880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2688336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机制验证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108960"/>
            <a:ext cx="192938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EmbodiedSNN</a:t>
            </a:r>
            <a:br/>
            <a:r>
              <a:t>量化可塑性收益-能耗边界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4448" y="246888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84448" y="2468880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5615" y="2688336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架构创新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5615" y="3108960"/>
            <a:ext cx="192938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Neuro-Symbiosis</a:t>
            </a:r>
            <a:br/>
            <a:r>
              <a:t>混合架构多目标折中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246888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54496" y="2468880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688336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场景落地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3108960"/>
            <a:ext cx="192938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MedSparseSNN</a:t>
            </a:r>
            <a:br/>
            <a:r>
              <a:t>医疗任务协同评估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24544" y="246888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24544" y="2468880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2" y="2688336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基础设施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108960"/>
            <a:ext cx="192938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PrivEnergyBench</a:t>
            </a:r>
            <a:br/>
            <a:r>
              <a:t>统一评测基准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四项工作形成大规模SNN可扩展闭环，可直接扩展并对接课题组在训推优化与可信评测上的研究链。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4. 成果1：具身SNN可塑性机制验证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EmbodiedSNN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15568"/>
            <a:ext cx="3063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7160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痛点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627632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固定权值难以在线适应，</a:t>
            </a:r>
            <a:br/>
            <a:r>
              <a:t>收益-能耗边界不清。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39572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创新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65176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引入奖励调制可塑性</a:t>
            </a:r>
            <a:br/>
            <a:r>
              <a:t>并量化权衡区间。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19856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675887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plastic_readout objective_mean</a:t>
            </a:r>
            <a:br/>
            <a:r>
              <a:t>优于 structured（-0.4199 vs -0.4839）</a:t>
            </a:r>
            <a:br/>
            <a:r>
              <a:t>结果以均值±标准差报告。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1115568"/>
            <a:ext cx="3383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mb_fixed_objectiv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326277"/>
            <a:ext cx="3163824" cy="19585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53128" y="543153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Fixed vs Plastic Readout Objective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1115568"/>
            <a:ext cx="3383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mb_reward_energy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5" y="2326277"/>
            <a:ext cx="3163824" cy="19585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19288" y="543153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Reward-Energy Trade-off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Source: 本人独立完成的EmbodiedSNNPrototype项目全流程实验输出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可塑性显著提升具身智能的在线自适应能力，量化了收益 - 能耗的可优化边界，具备完整的具身 SNN 全流程实践经验，可直接支撑课题组具身 SNN 与大规模模型优化研究。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5. 成果2：SNN-Transformer混合架构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Neuro-Symbiosis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15568"/>
            <a:ext cx="3063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7160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痛点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627632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单一架构难兼顾</a:t>
            </a:r>
            <a:br/>
            <a:r>
              <a:t>性能-隐私-能效。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39572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创新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65176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提出混合架构，</a:t>
            </a:r>
            <a:br/>
            <a:r>
              <a:t>验证Pareto折中优势。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19856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675887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hybrid: val_acc=0.9612,</a:t>
            </a:r>
            <a:br/>
            <a:r>
              <a:t>mia_auc=0.4650（均值±标准差另见备用页A）。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1115568"/>
            <a:ext cx="3383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euro_paret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326277"/>
            <a:ext cx="3163824" cy="19585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53128" y="543153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SNN-Transformer Pareto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1115568"/>
            <a:ext cx="3383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neuro_coupling_energy_landscape_red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5" y="2382773"/>
            <a:ext cx="3163824" cy="18455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19288" y="543153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Coupling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Source: 本人独立完成的Neuro-Symbiosis项目全流程实验输出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混合架构可实现更优折中，耦合强度是可被搜索优化变量，可支撑课题组大规模SNN训练效率与能效提升。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6. 成果3：场景验证与评测支撑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MedSparseSNN + benchmark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15568"/>
            <a:ext cx="3063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7160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痛点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627632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医疗AI需同时满足</a:t>
            </a:r>
            <a:br/>
            <a:r>
              <a:t>精度、隐私、能效。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39572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创新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65176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首次在同一框架下</a:t>
            </a:r>
            <a:br/>
            <a:r>
              <a:t>协同评估三目标。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19856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675887"/>
            <a:ext cx="2697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SNN精度略低但能效显著，</a:t>
            </a:r>
            <a:br/>
            <a:r>
              <a:t>延迟约0.12 ms/sample，</a:t>
            </a:r>
            <a:br/>
            <a:r>
              <a:t>各指标均以均值±标准差呈现。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1115568"/>
            <a:ext cx="33832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d_accuracy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7" y="1225295"/>
            <a:ext cx="2880360" cy="1783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53128" y="305409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Model Accuracy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1115568"/>
            <a:ext cx="33832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ed_mia_au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87" y="1225295"/>
            <a:ext cx="2880360" cy="1783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19288" y="305409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MIA AUC Comparison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3493008"/>
            <a:ext cx="69494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ed_latency_energy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7" y="3602736"/>
            <a:ext cx="2880360" cy="1783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53128" y="5431536"/>
            <a:ext cx="6675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Latency-Energy Trade-off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Source: 本人独立完成的MedSparseSNN项目全流程实验输出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验证了 SNN 在真实场景的可部署性，为大规模 SNN 在边缘端、行业场景的落地提供了完整的多目标评估范式，可直接服务课题组大规模 SNN 的可信落地研究。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7. 成果4：统一多目标评测基准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PrivEnergyBench for large-scale SNN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15568"/>
            <a:ext cx="38404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89888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核心价值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统一性能-隐私-能效指标体系。</a:t>
            </a:r>
          </a:p>
          <a:p>
            <a:r>
              <a:t>多模型同坐标横向比较。</a:t>
            </a:r>
          </a:p>
          <a:p>
            <a:r>
              <a:t>自动统计与Pareto可视化。</a:t>
            </a:r>
          </a:p>
          <a:p>
            <a:r>
              <a:t>可直接支撑大规模SNN架构搜索与多目标优化。</a:t>
            </a:r>
          </a:p>
          <a:p>
            <a:r>
              <a:t>全流程可复现实验报告。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67328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示例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05072"/>
            <a:ext cx="3383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MLP val_acc=0.9208；</a:t>
            </a:r>
            <a:br/>
            <a:r>
              <a:t>Linear energy=0.0164 mJ/sample。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1115568"/>
            <a:ext cx="61722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1225295"/>
            <a:ext cx="5824727" cy="4160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2080" y="5431536"/>
            <a:ext cx="5897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Unified Pareto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Source: 本人独立完成的PrivEnergyBench项目全流程实验输出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我已搭建好面向大规模 SNN 的可复用多目标评测底座，可直接承接课题组大规模 SNN 架构搜索、多目标优化与可信 AI 课题，无需从零搭建评测体系。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8. 项目小结：全闭环科研能力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能力总结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234440"/>
            <a:ext cx="48920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23444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145389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问题定义能力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1874519"/>
            <a:ext cx="4489703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从真实约束出发而非追逐热点</a:t>
            </a:r>
            <a:br/>
            <a:r>
              <a:t>可协助PI完成前期调研与问题拆解</a:t>
            </a:r>
            <a:br/>
            <a:r>
              <a:t>并锻炼博士阶段独立选题能力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234440"/>
            <a:ext cx="48920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23444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145389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全链路执行能力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1874519"/>
            <a:ext cx="4489703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脚本开发-训练-统计-可视化全流程</a:t>
            </a:r>
            <a:br/>
            <a:r>
              <a:t>可高效完成PI安排实验任务</a:t>
            </a:r>
            <a:br/>
            <a:r>
              <a:t>并夯实博士阶段独立实验能力</a:t>
            </a:r>
            <a:br/>
            <a:r>
              <a:t>具备具身智能场景SNN从环境搭建到评测的完整实践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520440"/>
            <a:ext cx="48920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52044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73989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多目标评估能力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160520"/>
            <a:ext cx="4489703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性能-隐私-能效统一分析</a:t>
            </a:r>
            <a:br/>
            <a:r>
              <a:t>可协助论文结果分析与图表绘制</a:t>
            </a:r>
            <a:br/>
            <a:r>
              <a:t>并积累学术成果输出能力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520440"/>
            <a:ext cx="48920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352044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373989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研究延展能力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160520"/>
            <a:ext cx="4489703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从机制验证到基础设施形成路线</a:t>
            </a:r>
            <a:br/>
            <a:r>
              <a:t>可独立承接项目子模块</a:t>
            </a:r>
            <a:br/>
            <a:r>
              <a:t>并培养博士阶段课题规划能力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102352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具备具身智能场景下 SNN 从环境搭建到评测的完整实践经验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我具备高水平研究全流程基础，并已完成4份实验报告与10+组图表，可直接协助团队论文撰写与投稿。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9. 核心契合：方法论与实验室同频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方法论与课题方向对齐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43000"/>
            <a:ext cx="489204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14300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136245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对齐 LeCun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1783080"/>
            <a:ext cx="4489703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世界模型、自监督表征、长时规划</a:t>
            </a:r>
            <a:br/>
            <a:r>
              <a:t>重抽象预测，不做逐像素重建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143000"/>
            <a:ext cx="489204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14300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136245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对齐 Sutton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1783080"/>
            <a:ext cx="4489703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通用方法、搜索与学习、可扩展架构</a:t>
            </a:r>
            <a:br/>
            <a:r>
              <a:t>避免过度手工先验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154680"/>
            <a:ext cx="324612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15468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类脑智能方向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794760"/>
            <a:ext cx="2843784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对接 SpiLiFormer (ICCV 2025)</a:t>
            </a:r>
            <a:br/>
            <a:r>
              <a:t>可塑性机制可用于侧向抑制优化、训练效率提升与能效压缩</a:t>
            </a:r>
            <a:br/>
            <a:r>
              <a:t>可直接复用实验室现有SpikingJelly代码库，无额外适配成本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3154680"/>
            <a:ext cx="324612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62272" y="315468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37413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可信AI与优化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794760"/>
            <a:ext cx="2843784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对接 TEVC 2024 联邦多目标优化</a:t>
            </a:r>
            <a:br/>
            <a:r>
              <a:t>三目标评测基准可直接接入算法</a:t>
            </a:r>
            <a:br/>
            <a:r>
              <a:t>实现大规模SNN自动化搜索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3154680"/>
            <a:ext cx="324612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10144" y="315468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37413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具身智能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794760"/>
            <a:ext cx="2843784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对接 TEVC 2025 形态进化</a:t>
            </a:r>
            <a:br/>
            <a:r>
              <a:t>具身SNN平台可复用扩散模型</a:t>
            </a:r>
            <a:br/>
            <a:r>
              <a:t>实现形态与控制器协同优化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我已给出可执行的落地动作，可与现有研究流程快速衔接。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10. 拟承接子课题1：面向大规模SNN的具身智能×世界模型优化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具身SNN与世界模型结合方案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15568"/>
            <a:ext cx="6812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71600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1371600"/>
            <a:ext cx="5577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引入JEPA式抽象预测，提升长时决策稳定性与跨场景泛化。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847088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1847088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无世界模型 / 像素预测 / 表征预测三组对照；指标：回报、能耗、OOD、迁移。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60320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2560320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复用现有具身SNN平台，对接实验室具身机器人与进化优化方向。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273552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3273552"/>
            <a:ext cx="5577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6个月出初步结果；12个月完成主体实验并冲击顶会/顶刊。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115568"/>
            <a:ext cx="32461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9" y="1463040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79" y="1463040"/>
            <a:ext cx="288036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1682496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6个月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103120"/>
            <a:ext cx="2478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小环境验证</a:t>
            </a:r>
            <a:br/>
            <a:r>
              <a:t>+ 基准测试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2697480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79" y="2697480"/>
            <a:ext cx="288036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2916936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12个月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3337560"/>
            <a:ext cx="2478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核心实验完成</a:t>
            </a:r>
            <a:br/>
            <a:r>
              <a:t>+ 论文投稿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931920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83879" y="3931920"/>
            <a:ext cx="288036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8" y="4151376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4572000"/>
            <a:ext cx="2478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多机器人扩展</a:t>
            </a:r>
            <a:br/>
            <a:r>
              <a:t>+ 方向延展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该课题可快速启动并直接服务课题组大规模SNN具身方向，填补长时规划能力关键空白。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11. 拟承接子课题2：大规模SNN在可信约束下的多目标协同优化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联邦+隐私+多目标协同优化方案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15568"/>
            <a:ext cx="6812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71600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1371600"/>
            <a:ext cx="5577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在联邦/分布式场景下统一优化性能、隐私、能效。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847088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创新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1847088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把DP预算、MIA风险、能耗成本由后置评估前移为优化目标。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60320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2560320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复用PrivEnergyBench，对接实验室联邦学习、差分隐私、多目标进化优化积累。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273552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3273552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3个月工具包；9个月核心结果；15个月1-2篇高水平论文与开源发布。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115568"/>
            <a:ext cx="32461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9" y="1463040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79" y="1463040"/>
            <a:ext cx="288036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1682496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3个月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103120"/>
            <a:ext cx="2478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联邦场景适配</a:t>
            </a:r>
            <a:br/>
            <a:r>
              <a:t>+ 首个工具包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2697480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79" y="2697480"/>
            <a:ext cx="288036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2916936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9个月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3337560"/>
            <a:ext cx="2478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融合多目标搜索</a:t>
            </a:r>
            <a:br/>
            <a:r>
              <a:t>+ 核心实验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931920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83879" y="3931920"/>
            <a:ext cx="288036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8" y="4151376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4572000"/>
            <a:ext cx="2478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医疗场景验证</a:t>
            </a:r>
            <a:br/>
            <a:r>
              <a:t>+ 论文与开源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该课题与可信AI和多目标优化主线一致，具备明确的阶段性落地路径。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12. 入职后0-6个月执行规划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0-6个月执行计划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1481328"/>
            <a:ext cx="233172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1481328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1700784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第1个月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121408"/>
            <a:ext cx="1929384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完成团队对接、熟悉SNN项目框架</a:t>
            </a:r>
            <a:br/>
            <a:r>
              <a:t>配合完成基础实验/数据/图表</a:t>
            </a:r>
            <a:br/>
            <a:r>
              <a:t>同步完成基准与算法初步适配</a:t>
            </a:r>
            <a:br/>
            <a:r>
              <a:t>对齐SpikingJelly代码规范与项目流程</a:t>
            </a:r>
            <a:br/>
            <a:r>
              <a:t>并梳理前沿文献明确博士方向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1481328"/>
            <a:ext cx="233172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03320" y="1481328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04487" y="1700784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第2-3个月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2121408"/>
            <a:ext cx="1929384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全力完成联邦场景适配</a:t>
            </a:r>
            <a:br/>
            <a:r>
              <a:t>输出首个可复用评测工具包</a:t>
            </a:r>
            <a:br/>
            <a:r>
              <a:t>完成文献梳理、数据整理与论文图表绘制</a:t>
            </a:r>
            <a:br/>
            <a:r>
              <a:t>协助PI完成论文初稿撰写与润色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481328"/>
            <a:ext cx="233172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1481328"/>
            <a:ext cx="23317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1700784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第4-5个月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2121408"/>
            <a:ext cx="1929384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完成课题1核心对照实验</a:t>
            </a:r>
            <a:br/>
            <a:r>
              <a:t>同步推进课题2算法融合</a:t>
            </a:r>
            <a:br/>
            <a:r>
              <a:t>独立负责对应子模块全流程</a:t>
            </a:r>
            <a:br/>
            <a:r>
              <a:t>并整理申博前期材料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1481328"/>
            <a:ext cx="214884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15400" y="1481328"/>
            <a:ext cx="21488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1700784"/>
            <a:ext cx="1746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第6个月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2121408"/>
            <a:ext cx="1746504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完成两课题阶段总结</a:t>
            </a:r>
            <a:br/>
            <a:r>
              <a:t>形成1篇工作论文</a:t>
            </a:r>
            <a:br/>
            <a:r>
              <a:t>全力配合投稿工作</a:t>
            </a:r>
            <a:br/>
            <a:r>
              <a:t>在PI指导下明确博士选题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6个月内可完成平台对接、工具与论文阶段成果，既为团队形成实质贡献，也完成申博核心基础积累。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13. 中长期研究规划（1-3年）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1-3年研究规划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508760"/>
            <a:ext cx="32461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50876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172821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第1年（科研助理核心期）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148839"/>
            <a:ext cx="2843784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100%完成PI安排科研任务，协助实验/分析/写作</a:t>
            </a:r>
            <a:br/>
            <a:r>
              <a:t>产出2-3篇高质量合作论文</a:t>
            </a:r>
            <a:br/>
            <a:r>
              <a:t>能力达标后独立负责1-2个子模块</a:t>
            </a:r>
            <a:br/>
            <a:r>
              <a:t>在PI指导下优先推进本实验室博士申请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1508760"/>
            <a:ext cx="32461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150876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72821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第2年（博士衔接期）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148839"/>
            <a:ext cx="2843784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若成功申请本实验室博士：无缝衔接并持续深耕</a:t>
            </a:r>
            <a:br/>
            <a:r>
              <a:t>基于科研助理成果完成博士课题完整设计与申报</a:t>
            </a:r>
            <a:br/>
            <a:r>
              <a:t>若申请其他同方向顶尖实验室博士：</a:t>
            </a:r>
            <a:br/>
            <a:r>
              <a:t>先完成岗位收尾、项目交接、代码文档沉淀</a:t>
            </a:r>
            <a:br/>
            <a:r>
              <a:t>确保课题组项目与投稿不受影响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1508760"/>
            <a:ext cx="32461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0144" y="150876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172821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第3年（长期深耕期）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148839"/>
            <a:ext cx="2843784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无论博士去向，持续深耕类脑SNN</a:t>
            </a:r>
            <a:br/>
            <a:r>
              <a:t>与课题组保持长期学术合作</a:t>
            </a:r>
            <a:br/>
            <a:r>
              <a:t>共同推进成果产出与落地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我的1-3年规划与课题组发展同向：团队产出始终第一优先，并在此基础上稳步推进博士成长。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14. 为什么适合这个岗位：5个关键优势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综合优势总结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234440"/>
            <a:ext cx="48920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23444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145389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方向高度匹配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1874519"/>
            <a:ext cx="4489703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研究主线与实验室三大方向同频</a:t>
            </a:r>
            <a:br/>
            <a:r>
              <a:t>已有成果可无缝衔接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234440"/>
            <a:ext cx="48920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234440"/>
            <a:ext cx="489204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1453896"/>
            <a:ext cx="448970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全闭环科研能力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1874519"/>
            <a:ext cx="4489703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独立完成问题定义到成果输出</a:t>
            </a:r>
            <a:br/>
            <a:r>
              <a:t>入组即可启动课题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24612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24612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46557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明确学术规划与强自驱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886200"/>
            <a:ext cx="2843784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以深耕大规模SNN并攻读博士为长期目标</a:t>
            </a:r>
            <a:br/>
            <a:r>
              <a:t>以最高标准完成科研助理工作</a:t>
            </a:r>
            <a:br/>
            <a:r>
              <a:t>实现个人成长与团队产出双赢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324612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62272" y="324612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46557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可落地研究理念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886200"/>
            <a:ext cx="2843784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可复现、可验证、可部署</a:t>
            </a:r>
            <a:br/>
            <a:r>
              <a:t>与实验室标准一致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324612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10144" y="3246120"/>
            <a:ext cx="324612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465576"/>
            <a:ext cx="2843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稀缺跨学科背景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86200"/>
            <a:ext cx="2843784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医学+计算机+法学</a:t>
            </a:r>
            <a:br/>
            <a:r>
              <a:t>拓展医疗可信AI边界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我带来的不是零散项目，而是一条可与课题组深度融合、共同成长的学术路线，可胜任科研助理并成长为博士骨干。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15. 致谢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417320"/>
            <a:ext cx="103327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90195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感谢各位老师的聆听！欢迎批评指正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3464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电话：18550954831 | 邮箱：z1309457869@163.com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576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可提供实验代码、报告与原始数据，保证主要结果可复现。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6052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长期目标是深耕类脑SNN方向并攻读本方向博士，期待在老师指导下成长并为团队创造长期价值。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所有结果均可复现，可即时提供代码与实验明细，也可随时沟通学术规划与岗位安排。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备用页A：实验详细数据汇总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技术追问备用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38988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用于评委追问时快速调用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1627632"/>
            <a:ext cx="9784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核心技术栈：SpikingJelly（主力）/ SNNtorch / PyTorch / NumPy / 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1874519"/>
            <a:ext cx="9784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EmbodiedSNN：objective / food / energy / spike activity 关键统计。</a:t>
            </a:r>
          </a:p>
          <a:p>
            <a:r>
              <a:t>Neuro-Symbiosis：baseline对照、Pareto前沿与耦合敏感性。</a:t>
            </a:r>
          </a:p>
          <a:p>
            <a:r>
              <a:t>MedSparseSNN：accuracy、MIA AUC、power-latency 全量表。</a:t>
            </a:r>
          </a:p>
          <a:p>
            <a:r>
              <a:t>PrivEnergyBench：多seed mean/std/CI 与可复现命令入口。</a:t>
            </a:r>
          </a:p>
          <a:p>
            <a:r>
              <a:t>大规模SNN技术理解：稀疏训练优化、多GPU并行训推、能效-性能-隐私多目标协同优化。</a:t>
            </a:r>
          </a:p>
          <a:p>
            <a:r>
              <a:t>已完成SpikingJelly多GPU训练环境搭建与测试，可直接承接大规模SNN训推任务。</a:t>
            </a:r>
          </a:p>
          <a:p>
            <a:r>
              <a:t>落地方向：用SpikingJelly训练栈承接大规模SNN实验，直接复用到课题组现有项目流程。</a:t>
            </a:r>
          </a:p>
          <a:p>
            <a:r>
              <a:t>可按“模型-数据-指标-结论-复现路径”五元组现场展开。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224528"/>
            <a:ext cx="97840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651" y="4334256"/>
            <a:ext cx="1728216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25880" y="5614416"/>
            <a:ext cx="95097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Aggregated Pareto for quick Q&amp;A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备用页用于回答统计显著性、复现路径与短板解释，不参与正式主讲计时。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备用页B：核心参考文献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参考文献备用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55448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[Lab] SpiLiFormer, ICCV 2025；Morphology Evolution, IEEE TEVC 2025。</a:t>
            </a:r>
          </a:p>
          <a:p>
            <a:r>
              <a:t>[Lab] Federated many-task Bayesian optimization, IEEE TEVC 2024。</a:t>
            </a:r>
          </a:p>
          <a:p>
            <a:r>
              <a:t>[Lab] DP-FSAEA, IEEE TEVC 2024；Post-LLM roadmap, Engineering 2024。</a:t>
            </a:r>
          </a:p>
          <a:p>
            <a:r>
              <a:t>[Method] LeCun, A Path Towards Autonomous Machine Intelligence, 2022。</a:t>
            </a:r>
          </a:p>
          <a:p>
            <a:r>
              <a:t>[Method] Sutton, The Bitter Lesson, 2019。</a:t>
            </a:r>
          </a:p>
          <a:p>
            <a:r>
              <a:t>[Mine] EmbodiedSNNPrototype / Neuro-Symbiosis / MedSparseSNN / PrivEnergyBench 实验报告。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主讲仅引用3个关键对接点，完整文献放在备用页供评委追问时展开。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备用页C：博士阶段拟研究方向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博士规划备用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詹绍基 | 面试汇报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开场定位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对接规划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总结备用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1508760"/>
            <a:ext cx="315468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1508760"/>
            <a:ext cx="315468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1728216"/>
            <a:ext cx="2752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方向1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148839"/>
            <a:ext cx="275234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大规模脉冲神经网络</a:t>
            </a:r>
            <a:br/>
            <a:r>
              <a:t>能效优化与稀疏性提升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508760"/>
            <a:ext cx="315468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1508760"/>
            <a:ext cx="315468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1728216"/>
            <a:ext cx="2752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方向2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2148839"/>
            <a:ext cx="275234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世界模型赋能</a:t>
            </a:r>
            <a:br/>
            <a:r>
              <a:t>具身SNN长时规划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508760"/>
            <a:ext cx="315468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1508760"/>
            <a:ext cx="3154680" cy="146304"/>
          </a:xfrm>
          <a:prstGeom prst="roundRect">
            <a:avLst/>
          </a:prstGeom>
          <a:solidFill>
            <a:srgbClr val="237486"/>
          </a:solidFill>
          <a:ln w="10160">
            <a:solidFill>
              <a:srgbClr val="23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1728216"/>
            <a:ext cx="2752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方向3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148839"/>
            <a:ext cx="275234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可信约束下大规模SNN</a:t>
            </a:r>
            <a:br/>
            <a:r>
              <a:t>多目标协同优化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3703320"/>
            <a:ext cx="1001268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3986784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衔接优势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986784"/>
            <a:ext cx="81838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以上方向全部基于科研助理阶段工作积累，可无缝衔接、避免重复投入、快速形成博士阶段成果。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57200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预期价值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572000"/>
            <a:ext cx="8183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博士阶段研究将反向拓展课题组研究边界，与课题组形成长期协同。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5253F"/>
          </a:solidFill>
          <a:ln w="10160"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" y="5504688"/>
            <a:ext cx="100584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52297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6272" y="5504688"/>
            <a:ext cx="88879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博士规划完全对齐课题组三大主线，科研助理阶段投入可直接转化为长期共同产出。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